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b8571a3a24bd6" /><Relationship Type="http://schemas.openxmlformats.org/officeDocument/2006/relationships/extended-properties" Target="/docProps/app.xml" Id="R206c8399ae264dae" /><Relationship Type="http://schemas.openxmlformats.org/officeDocument/2006/relationships/officeDocument" Target="/ppt/presentation.xml" Id="Rd9301a0353aa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16e456c764a05"/>
  </p:sldMasterIdLst>
  <p:notesMasterIdLst>
    <p:notesMasterId xmlns:r="http://schemas.openxmlformats.org/officeDocument/2006/relationships" r:id="R47b9b84d38ca4c16"/>
  </p:notesMasterIdLst>
  <p:sldIdLst>
    <p:sldId xmlns:r="http://schemas.openxmlformats.org/officeDocument/2006/relationships" id="256" r:id="Rae134f1a53aa4c48"/>
    <p:sldId xmlns:r="http://schemas.openxmlformats.org/officeDocument/2006/relationships" id="257" r:id="Raba263eb721a4fd7"/>
    <p:sldId xmlns:r="http://schemas.openxmlformats.org/officeDocument/2006/relationships" id="258" r:id="R1d2adc3a3aef483a"/>
    <p:sldId xmlns:r="http://schemas.openxmlformats.org/officeDocument/2006/relationships" id="259" r:id="Rce113f7cb16d435d"/>
    <p:sldId xmlns:r="http://schemas.openxmlformats.org/officeDocument/2006/relationships" id="260" r:id="R18d3342c014c4807"/>
    <p:sldId xmlns:r="http://schemas.openxmlformats.org/officeDocument/2006/relationships" id="261" r:id="R393819c6b37c4751"/>
    <p:sldId xmlns:r="http://schemas.openxmlformats.org/officeDocument/2006/relationships" id="262" r:id="R8732b11755c1453e"/>
    <p:sldId xmlns:r="http://schemas.openxmlformats.org/officeDocument/2006/relationships" id="263" r:id="Rf48720ec665d48cc"/>
    <p:sldId xmlns:r="http://schemas.openxmlformats.org/officeDocument/2006/relationships" id="264" r:id="Rfc81740abdda4306"/>
    <p:sldId xmlns:r="http://schemas.openxmlformats.org/officeDocument/2006/relationships" id="265" r:id="R4d98db44beb04a8d"/>
    <p:sldId xmlns:r="http://schemas.openxmlformats.org/officeDocument/2006/relationships" id="266" r:id="R5c67ab1ae6c849dd"/>
    <p:sldId xmlns:r="http://schemas.openxmlformats.org/officeDocument/2006/relationships" id="267" r:id="Ra07feb985e1c4ae3"/>
    <p:sldId xmlns:r="http://schemas.openxmlformats.org/officeDocument/2006/relationships" id="268" r:id="Rb9fbcd2509d647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62e1a5d8b4ec7" /><Relationship Type="http://schemas.openxmlformats.org/officeDocument/2006/relationships/slideMaster" Target="/ppt/slideMasters/slideMaster1.xml" Id="R21516e456c764a05" /><Relationship Type="http://schemas.openxmlformats.org/officeDocument/2006/relationships/notesMaster" Target="/ppt/notesMasters/notesMaster1.xml" Id="R47b9b84d38ca4c16" /><Relationship Type="http://schemas.openxmlformats.org/officeDocument/2006/relationships/presProps" Target="/ppt/presProps.xml" Id="R35984b467c114b27" /><Relationship Type="http://schemas.openxmlformats.org/officeDocument/2006/relationships/tableStyles" Target="/ppt/tableStyles.xml" Id="R1b643c2a29a34599" /><Relationship Type="http://schemas.openxmlformats.org/officeDocument/2006/relationships/slide" Target="/ppt/slides/slide1.xml" Id="Rae134f1a53aa4c48" /><Relationship Type="http://schemas.openxmlformats.org/officeDocument/2006/relationships/slide" Target="/ppt/slides/slide2.xml" Id="Raba263eb721a4fd7" /><Relationship Type="http://schemas.openxmlformats.org/officeDocument/2006/relationships/slide" Target="/ppt/slides/slide3.xml" Id="R1d2adc3a3aef483a" /><Relationship Type="http://schemas.openxmlformats.org/officeDocument/2006/relationships/slide" Target="/ppt/slides/slide4.xml" Id="Rce113f7cb16d435d" /><Relationship Type="http://schemas.openxmlformats.org/officeDocument/2006/relationships/slide" Target="/ppt/slides/slide5.xml" Id="R18d3342c014c4807" /><Relationship Type="http://schemas.openxmlformats.org/officeDocument/2006/relationships/slide" Target="/ppt/slides/slide6.xml" Id="R393819c6b37c4751" /><Relationship Type="http://schemas.openxmlformats.org/officeDocument/2006/relationships/slide" Target="/ppt/slides/slide7.xml" Id="R8732b11755c1453e" /><Relationship Type="http://schemas.openxmlformats.org/officeDocument/2006/relationships/slide" Target="/ppt/slides/slide8.xml" Id="Rf48720ec665d48cc" /><Relationship Type="http://schemas.openxmlformats.org/officeDocument/2006/relationships/slide" Target="/ppt/slides/slide9.xml" Id="Rfc81740abdda4306" /><Relationship Type="http://schemas.openxmlformats.org/officeDocument/2006/relationships/slide" Target="/ppt/slides/slide10.xml" Id="R4d98db44beb04a8d" /><Relationship Type="http://schemas.openxmlformats.org/officeDocument/2006/relationships/slide" Target="/ppt/slides/slide11.xml" Id="R5c67ab1ae6c849dd" /><Relationship Type="http://schemas.openxmlformats.org/officeDocument/2006/relationships/slide" Target="/ppt/slides/slide12.xml" Id="Ra07feb985e1c4ae3" /><Relationship Type="http://schemas.openxmlformats.org/officeDocument/2006/relationships/slide" Target="/ppt/slides/slide13.xml" Id="Rb9fbcd2509d647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a5ba5db2c046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75cfdcfc94ab3" /><Relationship Type="http://schemas.openxmlformats.org/officeDocument/2006/relationships/notesMaster" Target="/ppt/notesMasters/notesMaster1.xml" Id="Ra0b061d7a20444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fc24edffab4f8c" /><Relationship Type="http://schemas.openxmlformats.org/officeDocument/2006/relationships/notesMaster" Target="/ppt/notesMasters/notesMaster1.xml" Id="Rb6e4ec2fdb4d45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28bc5723043ea" /><Relationship Type="http://schemas.openxmlformats.org/officeDocument/2006/relationships/notesMaster" Target="/ppt/notesMasters/notesMaster1.xml" Id="R935b65f5a3b04a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d4a359d5a24484" /><Relationship Type="http://schemas.openxmlformats.org/officeDocument/2006/relationships/notesMaster" Target="/ppt/notesMasters/notesMaster1.xml" Id="Ra24e7df4b68c44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f282b8017b4f90" /><Relationship Type="http://schemas.openxmlformats.org/officeDocument/2006/relationships/notesMaster" Target="/ppt/notesMasters/notesMaster1.xml" Id="Ra23b8fdd356940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791122db0d49d1" /><Relationship Type="http://schemas.openxmlformats.org/officeDocument/2006/relationships/notesMaster" Target="/ppt/notesMasters/notesMaster1.xml" Id="R5f857fad37f040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86a9d7fa0d49b0" /><Relationship Type="http://schemas.openxmlformats.org/officeDocument/2006/relationships/notesMaster" Target="/ppt/notesMasters/notesMaster1.xml" Id="R18544f8e91fc48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d58add543f4cfc" /><Relationship Type="http://schemas.openxmlformats.org/officeDocument/2006/relationships/notesMaster" Target="/ppt/notesMasters/notesMaster1.xml" Id="R60c5bb9d6046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679cedc17644c8" /><Relationship Type="http://schemas.openxmlformats.org/officeDocument/2006/relationships/notesMaster" Target="/ppt/notesMasters/notesMaster1.xml" Id="Rf7de86da9e5140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f9420c32004433" /><Relationship Type="http://schemas.openxmlformats.org/officeDocument/2006/relationships/notesMaster" Target="/ppt/notesMasters/notesMaster1.xml" Id="R8a37fee8976c45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01f3b891f941d5" /><Relationship Type="http://schemas.openxmlformats.org/officeDocument/2006/relationships/notesMaster" Target="/ppt/notesMasters/notesMaster1.xml" Id="Recc13ed8c5bb49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a042200aad402d" /><Relationship Type="http://schemas.openxmlformats.org/officeDocument/2006/relationships/notesMaster" Target="/ppt/notesMasters/notesMaster1.xml" Id="R4f8f22f81eee45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b38c62710b40e0" /><Relationship Type="http://schemas.openxmlformats.org/officeDocument/2006/relationships/notesMaster" Target="/ppt/notesMasters/notesMaster1.xml" Id="Ra6f4556f4d154c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e7140e81c43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9ea1da1f24175" /><Relationship Type="http://schemas.openxmlformats.org/officeDocument/2006/relationships/slideLayout" Target="/ppt/slideLayouts/slideLayout1.xml" Id="Rd6bd37a62a8d43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bd37a62a8d43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a2ba961b544f4" /><Relationship Type="http://schemas.openxmlformats.org/officeDocument/2006/relationships/image" Target="/ppt/media/image.jpeg" Id="R966e0cd917a84901" /><Relationship Type="http://schemas.openxmlformats.org/officeDocument/2006/relationships/notesSlide" Target="/ppt/notesSlides/notesSlide1.xml" Id="R644d192fc07a47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65b13b2442c7" /><Relationship Type="http://schemas.openxmlformats.org/officeDocument/2006/relationships/notesSlide" Target="/ppt/notesSlides/notesSlide2.xml" Id="R85d569f1c51849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f0c455a1f4307" /><Relationship Type="http://schemas.openxmlformats.org/officeDocument/2006/relationships/notesSlide" Target="/ppt/notesSlides/notesSlide3.xml" Id="Rf555423ecbd941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aab5afb484d3d" /><Relationship Type="http://schemas.openxmlformats.org/officeDocument/2006/relationships/notesSlide" Target="/ppt/notesSlides/notesSlide4.xml" Id="R4e23ce81494d46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638d29c9b4054" /><Relationship Type="http://schemas.openxmlformats.org/officeDocument/2006/relationships/image" Target="/ppt/media/image2.jpeg" Id="R139b995450364156" /><Relationship Type="http://schemas.openxmlformats.org/officeDocument/2006/relationships/notesSlide" Target="/ppt/notesSlides/notesSlide5.xml" Id="Rda430383164941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14973ad6341ca" /><Relationship Type="http://schemas.openxmlformats.org/officeDocument/2006/relationships/image" Target="/ppt/media/image3.jpeg" Id="R63bc247e08834cd0" /><Relationship Type="http://schemas.openxmlformats.org/officeDocument/2006/relationships/notesSlide" Target="/ppt/notesSlides/notesSlide6.xml" Id="R71e57c82307d47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62e40fb3144ac" /><Relationship Type="http://schemas.openxmlformats.org/officeDocument/2006/relationships/image" Target="/ppt/media/image4.jpeg" Id="R11d82a1bb17847ad" /><Relationship Type="http://schemas.openxmlformats.org/officeDocument/2006/relationships/notesSlide" Target="/ppt/notesSlides/notesSlide7.xml" Id="Rfa7cf8eb680d41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65b2a59454168" /><Relationship Type="http://schemas.openxmlformats.org/officeDocument/2006/relationships/image" Target="/ppt/media/image5.jpeg" Id="R6bf6602c54604e8e" /><Relationship Type="http://schemas.openxmlformats.org/officeDocument/2006/relationships/image" Target="/ppt/media/image6.jpeg" Id="Raf18c2ad01854b01" /><Relationship Type="http://schemas.openxmlformats.org/officeDocument/2006/relationships/notesSlide" Target="/ppt/notesSlides/notesSlide8.xml" Id="R1eb787517c4d47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0d89991ad422f" /><Relationship Type="http://schemas.openxmlformats.org/officeDocument/2006/relationships/image" Target="/ppt/media/image7.jpeg" Id="Ra56985f9de274b56" /><Relationship Type="http://schemas.openxmlformats.org/officeDocument/2006/relationships/notesSlide" Target="/ppt/notesSlides/notesSlide9.xml" Id="R9e952dd9e97d40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ac87a72ab4bb1" /><Relationship Type="http://schemas.openxmlformats.org/officeDocument/2006/relationships/image" Target="/ppt/media/image8.jpeg" Id="Reb6fa22a58ad4ba3" /><Relationship Type="http://schemas.openxmlformats.org/officeDocument/2006/relationships/notesSlide" Target="/ppt/notesSlides/notesSlide10.xml" Id="Rb49e775f75a14e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60065472e41ac" /><Relationship Type="http://schemas.openxmlformats.org/officeDocument/2006/relationships/image" Target="/ppt/media/image9.jpeg" Id="R56fd3eecb7b840ff" /><Relationship Type="http://schemas.openxmlformats.org/officeDocument/2006/relationships/notesSlide" Target="/ppt/notesSlides/notesSlide11.xml" Id="R462c38a3f49848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9aaa44f374928" /><Relationship Type="http://schemas.openxmlformats.org/officeDocument/2006/relationships/notesSlide" Target="/ppt/notesSlides/notesSlide12.xml" Id="R3ecc218235e54d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4f6a00dd54a4f" /><Relationship Type="http://schemas.openxmlformats.org/officeDocument/2006/relationships/notesSlide" Target="/ppt/notesSlides/notesSlide13.xml" Id="R3b0c19587538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E0F13-65B3-4516-92B9-4E65CAD4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1D0BF-5CB5-43CE-AE7D-684CBF4C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SPRING CLOUD 课程项目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03DAE-4D20-4810-BEC4-3E024E16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3D305-AEEB-41A6-A6BE-A1D66FB2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让岗位发现、匹配分析和求职跟进连成一条线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7DEB9-C3EE-4474-BC76-6DB244B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D7646-10E8-4191-A2AB-EB40B4A5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课程框架重制版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F9122-4A63-4ED1-A457-46420DEA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Spring Boot · Spring Cloud · Vue 3 · MyBatis Plus · Redis · RabbitMQ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64182-86DF-4AF6-93F2-0AE7F32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781050"/>
            <a:ext cx="5581650" cy="3209925"/>
          </a:xfrm>
          <a:prstGeom xmlns:a="http://schemas.openxmlformats.org/drawingml/2006/main" prst="roundRect">
            <a:avLst>
              <a:gd name="adj" fmla="val 35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e0cd917a84901"/>
          <a:stretch xmlns:a="http://schemas.openxmlformats.org/drawingml/2006/main"/>
        </p:blipFill>
        <p:spPr>
          <a:xfrm xmlns:a="http://schemas.openxmlformats.org/drawingml/2006/main">
            <a:off x="6048375" y="858097"/>
            <a:ext cx="5429250" cy="305583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583DD-D784-40E4-ABB2-345E092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67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当前演示数据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FCDFA-C234-4CDD-ADFC-49EB1D8D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720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32 个岗位   17 份匹配   14 次模拟面试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EBE02-224B-4276-97FD-0F30BDF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成员：金奕辰、魏建振、陈嘉亮、冯伟城、石岩、刘帅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AED1B-EDF6-4C56-9E31-FFA9716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山东大学（威海）</a:t>
            </a:r>
          </a:p>
        </p:txBody>
      </p:sp>
    </p:spTree>
    <p:extLst>
      <p:ext uri="{BB962C8B-B14F-4D97-AF65-F5344CB8AC3E}">
        <p14:creationId xmlns:p14="http://schemas.microsoft.com/office/powerpoint/2010/main" val="266847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EA1E0-A32D-4B64-9B9E-C1261AEE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A9B31EE-13F0-4B12-9F3B-A962123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我们解决的不是“岗位太少”，而是求职过程太分散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8A637-6153-4C90-B9C5-D9A8ADAF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37897-630C-44BB-A935-94982CA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岗位信息、个人能力判断、投递状态和面试准备往往分散在不同页面与工具里。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E384-BE37-4CCC-9B77-4A55DB1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9726-8B34-4DB1-BE3A-65F3F677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C0F11-CE76-44A5-ABAA-175D97FD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973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信息难比较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D616C-326E-494F-87AA-E3486A90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973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岗位描述和薪资格式不统一，筛选时需要反复切换页面。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E238F-B1B8-4932-98A5-63027C86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781E4-C5CD-4222-9A81-8790955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6E9BC-582A-4DC0-90C0-BDF64163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973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判断缺少依据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36AAF-237B-41BA-B0AB-6701E010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73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“看起来合适”无法说明技能差距，也不能给出下一步准备方向。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F9AA2-81EB-4957-A0DA-D6B1653E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EDB45-84A9-49F2-BB91-A266CC6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804AA-5EAF-450F-856F-6112DA1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00600"/>
            <a:ext cx="973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过程容易中断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9604D-B6E9-41FE-99A5-ED69819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734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收藏、投递、面试和消息互不关联，求职记录难以持续维护。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28336-1B28-4525-BBF2-3FC3393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B0446-D150-420A-B834-26C32AD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9018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867DB-AAB3-4187-BC9C-C8CC12F4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E559C76-6297-4094-AB82-38258DF8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五个核心模块串成一条可以现场演示的求职闭环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A9D25-290E-45F4-B396-8BEA412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B8869-D1F9-41FF-A572-3D85E87A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从发现岗位开始，到复盘面试结束，数据在模块之间连续流动。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541EF-19DD-4870-95B6-A06D632A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6C450-F31F-4FFB-BD90-0BE272D9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F4307-6844-478C-8622-F6D95097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职位雷达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BEE33-7E13-43E4-A9A6-C0EE259E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筛选岗位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查看真实薪资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D4D49-8737-43B4-B07A-15AFB74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24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E68CB-6E92-4EF7-BB9F-43AE275E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E3873-F975-4B6A-A7E7-674B6437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32F9C-2532-4B6C-A716-3035B25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智能匹配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4E6CC-3913-400F-A57C-9FA25F91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规则分 + 语义分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解释能力差距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78205-510F-4CD9-A241-BB56F278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83F71-F59B-4F76-9BDD-8B33A4DA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A2A0E-2B37-4490-A27B-82970B1E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78F53-AC8E-4023-AB81-57D354C9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90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收藏与投递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A8445-9809-4F14-AE17-D959FC0D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05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明确区分状态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形成求职记录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C3917-859D-4C84-8D73-E5E80BB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863AA-3653-458F-8397-D1839EC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62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617BC-C815-4A44-A085-EC357780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A5662-51E8-4AB4-80B5-4C606E9B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模拟面试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D0A7D-C5C3-4015-A55F-3613F8F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05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围绕岗位生成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四道面试题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B0878-C9BA-40E4-BFD1-30C1774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C0CDC-2404-440A-B2E8-CE0E5DDD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25045-9882-4D56-A283-FCD0EA36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466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33D44-E49C-4348-87DE-4661B19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消息中心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026FFA-B610-4247-BEE0-FDFD23E0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0520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RabbitMQ 异步</a:t>
            </a:r>
          </a:p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记录状态变化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7ADBC-E9EA-41C9-8E92-E75CAF6A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896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9D67B6-EF39-493C-9D16-A03D1A0B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边界控制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0317C-6341-4A67-B099-74C6AEC6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054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功能不追求复杂，但每个模块都有真实前端页面、后端接口和数据落库。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20215-1A29-4DA4-A268-72CC5EBC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C2C637-5ADB-4CF9-8AAD-CD16BA3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9812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C0008-4C23-47B9-865F-D65EC30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A57E045-0713-4C12-BACA-FC63CA6A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课程要求的技术栈全部进入主业务链路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50A46-CA9C-4005-BA77-A2734669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58D1F-6E2A-492C-B315-46D3F87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7F55E-4725-464A-A705-6034B0E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74128-E8D8-48CD-A475-EA1D6153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906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Vue 3 · Vite · Axios · Node.js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D37F-2477-416C-9FD3-1B457CA0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C9540-F0A9-4AE8-B7C5-660DF3B3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07E06-3C13-4736-BBE8-2726A93B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98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Spring Cloud Gateway · Nacos 服务发现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30116-E220-4AA5-AD78-38A07D9C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9E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5A345-8998-4F61-9F7A-8F769CFC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409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A80DA-74AB-465E-B8C1-207EB28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28950"/>
            <a:ext cx="857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用户服务   职位服务   匹配服务   投递服务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面试服务   消息服务   AI 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8D901-7C88-4A16-8DEF-2501944B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7526A-577F-4356-9B31-7BDBF1AB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rPr>
              <a:t>数据与消息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4A270-0EB4-4689-A82D-62D7DAA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3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MyBatis Plus · MySQL · Redis · RabbitMQ · OpenFeign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99350-94C0-445D-AC79-DC763E7F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952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7B3BD-E1D0-4F75-BE03-A8FEA95D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Ollama 本地大模型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3CB53-92F9-476C-8468-BB0C634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67375"/>
            <a:ext cx="2571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11341-CFA0-498A-BB1F-9E82BC3C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67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Elasticsearch 可选检索增强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85E55-AC5A-49F5-BF78-249E2BA6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667375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9DF9E-C4DE-4AF9-92F2-A52B0D7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6673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rPr>
              <a:t>Docker 可选部署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B28FAE-7B34-48DD-ADBF-E41B77F2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667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可选能力不作为现场运行的单点依赖。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76766-0741-4F61-91A2-1687607B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CD219-019F-45B1-87E4-C953FA05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8718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99F2C-DDD7-4C09-AE52-BF981E3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DE2B851-9A7B-482E-A328-8AE80E3A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总览页把岗位、匹配和求职进展放在同一个入口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78220-0780-4326-9BAC-473EBE8B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6BBEA-C61F-40EF-89FC-4CDC79E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A7B3D-A218-4AC8-B4B2-9321FA6B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岗位持续更新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65264-97B8-4026-8E53-CB995AF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推荐区域直接展示来源与薪资。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D1E8-876C-47D5-8133-80661B7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51B18-8584-4316-A184-B61BF000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进度可回看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97231-2D50-41DF-AB1F-AD84D99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投递和录用状态同步出现在动态区。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BC2BA-F4C8-4678-916C-D945F6C0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4A2A4-0CA6-4737-91E1-4824B6CF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功能有数据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46EC8-EB81-460C-8DC7-105E585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17 份匹配、2 条求职记录、14 次模拟面试。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7AB1B-4DD2-4C80-8E4B-6ACB7C2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390650"/>
            <a:ext cx="767715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b995450364156"/>
          <a:stretch xmlns:a="http://schemas.openxmlformats.org/drawingml/2006/main"/>
        </p:blipFill>
        <p:spPr>
          <a:xfrm xmlns:a="http://schemas.openxmlformats.org/drawingml/2006/main">
            <a:off x="3863110" y="1466850"/>
            <a:ext cx="7513780" cy="42291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B1BB2-2559-414A-A90F-53C6AE3C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674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真实运行截图 · 课程演示账号 student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C3F48-FA45-4F37-A2D6-98683A0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2639D-78B1-42F9-B72F-076C339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991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E30D6-D15D-431C-A317-B2D814A7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BB790BB-2407-4298-80D6-F4CE6CAA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职位雷达已经接入真实岗位，薪资不再被压成 0–0K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15AA6-5949-4645-B4FE-28E0747D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743AF-4C5C-41D6-AD8D-BB5D65F0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248650" cy="4705350"/>
          </a:xfrm>
          <a:prstGeom xmlns:a="http://schemas.openxmlformats.org/drawingml/2006/main" prst="roundRect">
            <a:avLst>
              <a:gd name="adj" fmla="val 2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c247e08834cd0"/>
          <a:stretch xmlns:a="http://schemas.openxmlformats.org/drawingml/2006/main"/>
        </p:blipFill>
        <p:spPr>
          <a:xfrm xmlns:a="http://schemas.openxmlformats.org/drawingml/2006/main">
            <a:off x="613145" y="1428750"/>
            <a:ext cx="8089160" cy="455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16AD7-C344-4D45-A150-55F8BA4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CAFEF-2B73-4173-BA66-07267586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05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39842-61C5-4C34-AAFE-3A2D081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32 个机会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1DA66-79E4-4FFE-B010-2E8122DA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431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列表支持关键词、城市和最低薪资筛选。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672BD-F38F-411B-99FE-347B90D2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9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6393B-D696-464F-8604-6ACBBB13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242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BOSS 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C1B69-6053-499D-82F4-AB5B90CE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480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采集当前浏览器可见岗位后统一标准化。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044D4-BA63-4A2D-9D72-BEB910F6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14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C43B8-CBF0-4C36-BF05-3E0D242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保留原始薪资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7C2ED-457D-4D7F-A378-F8B70CF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529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月薪、13薪和日薪格式均可正确显示。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55E7A-3D28-4AC9-979E-34FF270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BECE2-02F8-4DD9-9FAC-FAEA275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496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555C6-BB4D-4BFA-B62A-B5FBC1AE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5BCA421-27BE-4BF9-AC58-8DCA76A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匹配度由规则和本地语义模型共同给出，不是一个黑盒数字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3D6A8-4FE8-468B-8D8D-89ECDFA8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5C098-47A0-4315-851F-3AACAF49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98ECB-EE3A-40A9-AA9C-5E28574A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综合匹配分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8FB89-054C-4EF6-BDE1-86DAA59C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4D47F-8A69-4C27-8EFD-2403861F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规则分 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314C7-B74A-460D-BEAB-E5F4591A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技能、城市、薪资和经验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EC431-A44C-4890-B16F-333FBA6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语义分 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0C963-A166-4D84-8B8C-6E99F4EB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Ollama 分析优势、差距和行动建议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06023-510A-46EE-AA05-7297BF8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66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BAE28-F355-46A2-A442-0EC289BB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最终分 = 规则 70% + 语义 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2C164-9A7E-4D9D-8E92-021D9454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52550"/>
            <a:ext cx="79248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82a1bb17847ad"/>
          <a:stretch xmlns:a="http://schemas.openxmlformats.org/drawingml/2006/main"/>
        </p:blipFill>
        <p:spPr>
          <a:xfrm xmlns:a="http://schemas.openxmlformats.org/drawingml/2006/main">
            <a:off x="3659988" y="1428750"/>
            <a:ext cx="7767624" cy="43719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8008E-A768-4E86-A2F0-A2AE661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3C202-479E-4BA9-9B23-C48C22F2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1295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31773-02DC-49B4-A58D-528897EA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C925496-B715-436B-956E-4E65FBC3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收藏和投递是两个状态，投递之后还能继续更新进度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F5EC0-D67A-42DD-9BF5-D84F9762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2A502-4BE8-4A65-A848-D799A423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7486650" cy="4276725"/>
          </a:xfrm>
          <a:prstGeom xmlns:a="http://schemas.openxmlformats.org/drawingml/2006/main" prst="roundRect">
            <a:avLst>
              <a:gd name="adj" fmla="val 26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6602c54604e8e"/>
          <a:stretch xmlns:a="http://schemas.openxmlformats.org/drawingml/2006/main"/>
        </p:blipFill>
        <p:spPr>
          <a:xfrm xmlns:a="http://schemas.openxmlformats.org/drawingml/2006/main">
            <a:off x="612911" y="1466850"/>
            <a:ext cx="7327628" cy="41243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61432-15A0-4BB9-BA6E-14F7BD2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进度看板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47A81-065F-472C-9124-1E2E57BF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912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准备中、已投递、面试中、已录用、未通过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6F48F-4A99-45A4-8E05-44AE9272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收藏单独管理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6BC6B-9D0E-4619-8F43-24BDC2E2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62150"/>
            <a:ext cx="32956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8c2ad01854b01"/>
          <a:stretch xmlns:a="http://schemas.openxmlformats.org/drawingml/2006/main"/>
        </p:blipFill>
        <p:spPr>
          <a:xfrm xmlns:a="http://schemas.openxmlformats.org/drawingml/2006/main">
            <a:off x="8334375" y="2040136"/>
            <a:ext cx="3143250" cy="176807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EDE21-2904-4985-BC2B-0A1E9BFF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D894D-A649-44AC-B84A-FE817348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719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状态清晰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091CC-CDD2-443C-A71B-541E26ED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收藏按钮有选中样式，投递后按钮变为已投递。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B5233-4F87-4A4B-826D-BC65E9A1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91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9A551-CAAA-458A-B3D1-D32BB079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054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持续跟踪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9649A-BB94-4E8C-A15E-0D829C73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292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状态变化由投递服务保存，并触发异步消息。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769BA-7278-4E28-B541-1E6A1ACB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EA7BB-6469-46D9-83A9-6A3665FE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3767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EC5BD-E837-4802-AB35-62B0501C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CB54B50-85D2-4235-B7B6-67BE655F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每次模拟面试都会围绕目标岗位生成四道问题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433C0-F0B6-4D44-8E40-2323620C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EC3A9-8152-484E-AE9A-15611644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42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7D9B5-B337-4370-A315-1BD7BAE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道岗位面试题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CF411-23E1-419A-AC82-446E46BE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E55F5-6375-4ED8-8EAE-67E79B1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题目覆盖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147D8-7D80-4D86-A622-16CC292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809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概念理解</a:t>
            </a:r>
          </a:p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多任务调度</a:t>
            </a:r>
          </a:p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外部系统交互</a:t>
            </a:r>
          </a:p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性能与体验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F7990-61DE-40A1-A79F-B8B600CB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09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A952E-5933-4A88-A91B-AB23EA3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一次生成，逐题作答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93660-E0FF-422F-B951-796F4BCF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33500"/>
            <a:ext cx="8858250" cy="5048250"/>
          </a:xfrm>
          <a:prstGeom xmlns:a="http://schemas.openxmlformats.org/drawingml/2006/main" prst="roundRect">
            <a:avLst>
              <a:gd name="adj" fmla="val 2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985f9de274b56"/>
          <a:stretch xmlns:a="http://schemas.openxmlformats.org/drawingml/2006/main"/>
        </p:blipFill>
        <p:spPr>
          <a:xfrm xmlns:a="http://schemas.openxmlformats.org/drawingml/2006/main">
            <a:off x="2727882" y="1409700"/>
            <a:ext cx="8698385" cy="4895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6A6FE-2DE3-49B1-8585-5351F0EE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0468E-9242-4DE2-ACA5-A0B1079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6267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A3FE9-D8BC-4F62-88DF-FAE726E6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5D85AE5-9109-4F57-816B-C9D2FF3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提交回答后，本地大模型会指出偏题和能力缺口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32544-E13F-4318-9F01-8B298F8A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56F00-BB21-4DA6-8BF6-425184CD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439150" cy="4810125"/>
          </a:xfrm>
          <a:prstGeom xmlns:a="http://schemas.openxmlformats.org/drawingml/2006/main" prst="roundRect">
            <a:avLst>
              <a:gd name="adj" fmla="val 2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fa22a58ad4ba3"/>
          <a:stretch xmlns:a="http://schemas.openxmlformats.org/drawingml/2006/main"/>
        </p:blipFill>
        <p:spPr>
          <a:xfrm xmlns:a="http://schemas.openxmlformats.org/drawingml/2006/main">
            <a:off x="615319" y="1428750"/>
            <a:ext cx="8275312" cy="46577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D9F3B-1ED3-44DA-8FD6-521EEBCD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573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rPr>
              <a:t>评分 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F70F3-5988-4AC9-A113-5B38ED8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Ollama 本地大模型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FC206-DA01-442D-8567-1921E6B8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241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8F068-0BFC-4714-9F55-0DEBA8B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57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BD1EA-17AF-492A-A3B3-D68F90F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718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回答优势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51F11-5992-400B-BCE1-6D17E5C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956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保留有价值的工程思路。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4A730-737E-4C31-BC7A-A8122725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90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6EF99-DADF-4E38-9C46-E4FD08C9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052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可改进点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30685-ACDF-4564-B501-4B03472C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291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识别回答偏离 AI Agent 核心概念。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AB4B6-AEFA-42BF-A04C-CEBA0E87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38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C4356-B484-404D-846A-5EFC4DA5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5300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优化建议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FF9DC-94DF-49DA-96A5-B34DAF9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768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给出重新组织答案的具体方向。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E9513-DC87-4024-8DDE-42702CB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D8407-F3B2-41AE-A912-376F33D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3478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C7B4D-1C5F-48C1-A334-AAF937A9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906E291E-EF49-45ED-AB6B-28EA803A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岗位数据有明确去向，投递变化通过 RabbitMQ 异步送达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A5E6E-BF14-4182-8C1A-B5C02FA1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18222-6461-414E-929F-C2444FDC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695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73E4D-B09D-40DC-B96C-F7EEC327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776D4-B883-4B38-BDDB-D1E4FF9D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浏览器可见岗位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67BEA-12DF-4648-95AB-F3379B2B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Playwright / Chrome 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68826-384B-477A-8597-BBEE2909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764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BF5C6-A753-44D5-B4FA-E5B70315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695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D4A35-7FAA-486D-94D7-F70CF7BB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6895A-5DEE-4366-88BE-F5A6A8FF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标准化与落库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69FAE-9340-4E8E-AD59-0DF7004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Node.js → Job Service →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6B74A-A430-49D6-AC6B-D0B6CF4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67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8DB4C-7704-4AF8-A3A1-3CABB65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695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9319F-75E7-449F-8303-815FED5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B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605D9-5778-4F88-B194-869761CC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查询与缓存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76FF5-F2D7-4BD2-9AB6-81C3849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Redis 缓存；Elasticsearch 可选增强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0D81B-7BC3-4A93-AAD7-5E60B86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576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E1EB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2C8FD-E66C-4E21-B7A1-EC216DDB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695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2D009-FFF9-4DA2-82B7-DEB13427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ED05B-2C21-4792-8A6D-7ACEFDF8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投递事件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70EDB-BCA3-4075-A4C7-5FF8C6D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RabbitMQ → Notification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72C84-C992-41DB-80DE-834D2E08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68199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d3eecb7b840ff"/>
          <a:stretch xmlns:a="http://schemas.openxmlformats.org/drawingml/2006/main"/>
        </p:blipFill>
        <p:spPr>
          <a:xfrm xmlns:a="http://schemas.openxmlformats.org/drawingml/2006/main">
            <a:off x="4762500" y="1504988"/>
            <a:ext cx="6667500" cy="375277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AB514-8E36-4FF7-A917-3BB1748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666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72E15-1D03-40EB-8CED-AED86916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623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现场证据：消息中心已记录 APPLIED、INTERVIEW、OFFER、REJECTED 等状态变化。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43496-6685-476E-8988-A7E83EC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CCCAF-98EC-4F95-98C8-33F83BBA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38383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C8563-EE0D-40F6-8923-365C381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D74F348-FC6B-4867-9593-D7BB2B1C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完整冒烟测试一次走通登录、岗位、匹配和面试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ED309-63B0-4F08-879A-B0049004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5B28A-DC2C-4725-96FD-B504732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896100" cy="42672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0C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E31CB-96BE-45F2-9F51-0B8E35A6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DD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DDDE1"/>
                </a:solidFill>
                <a:latin typeface="Microsoft YaHei"/>
                <a:ea typeface="Microsoft YaHei"/>
                <a:cs typeface="Microsoft YaHei"/>
              </a:rPr>
              <a:t>PS&gt; node scripts/smoke-test.mjs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15B75-42B5-4385-AA27-28B7166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gateway        ok</a:t>
            </a:r>
          </a:p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jobs           8  (first source: BOSS)</a:t>
            </a:r>
          </a:p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keyword jobs  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match          final 24 / rule 15 / semantic 44</a:t>
            </a:r>
          </a:p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AI used       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interview      4 questions</a:t>
            </a:r>
          </a:p>
          <a:p xmlns:a="http://schemas.openxmlformats.org/drawingml/2006/main">
            <a:pPr algn="l">
              <a:def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9F2FF"/>
                </a:solidFill>
                <a:latin typeface="Microsoft YaHei"/>
                <a:ea typeface="Microsoft YaHei"/>
                <a:cs typeface="Microsoft YaHei"/>
              </a:rPr>
              <a:t>answer score   45  / AI used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83E6B-9C0C-4997-ACB3-E7A8996D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验证覆盖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8230C-0D8A-49DB-ACA0-3E8ABB54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A5C1A-59D2-4CFC-9787-E98FE55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统一网关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3D3FF-EF35-479B-A340-06BDE11B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接口从 Gateway 进入微服务。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C0269-BD1B-456B-A150-AECEADE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F1A17-AD9F-4C44-A6CE-A1667794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真实岗位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06104-33F5-46B2-9B1D-D7509008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返回 BOSS 来源并支持关键词检索。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12F39-675B-475F-BD8A-DD8D6CB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8B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88C09-EF78-4C84-A49B-EBE6CA02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本地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90FA1-5064-4152-8CDB-0C62FF9E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8625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匹配和面试反馈均显示 aiUsed=true。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E60C2-D06B-4BEB-A7AB-3469F3F7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958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1D3BA-D1D0-4D06-8A21-43F14D5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958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完整面试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9D188-2C30-4E00-B2BF-97CD625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19700"/>
            <a:ext cx="2686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生成四道问题并完成答案评分。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F466D-8A26-4032-A431-7D71E781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790DC-6A4A-4F22-B9B8-D4EA377E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97631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B04049-25F2-476B-8822-00A7D08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AI 求职雷达 · 课程项目答辩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23697E68-F930-4125-B6A0-DE9A046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六个人按功能模块协作，每个人都能讲清自己的业务链路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C8355-055A-4443-9B63-FFEE725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715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F28B4-DBEC-4437-949D-B8930CE5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CB9A9-15DB-45DB-909A-A9EB89A6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04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金奕辰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ECB55-9613-4BD1-8914-3009B42A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用户档案与团队统筹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5B5EF-7748-4DD4-B932-0472371E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9268A-ED75-4C7F-A60A-9EDF43EA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1714F-37D5-474B-A0BC-3158688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魏建振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7F9E0-073B-4A5D-A165-E7205F2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职位雷达与岗位数据导入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CE225-8DDA-4A7D-AC57-3FB2C2B1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908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50014-C85C-4350-A9D0-A109D042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8B9BD-8C11-4C59-8042-1BF88FFC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陈嘉亮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AC288-5765-4878-BD76-C970B8DD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智能匹配与本地大模型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C7CFD-980B-40E1-88CF-4FAB90FA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E7E0C-D738-4B98-9F8C-C2DBEF98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9633C-8365-4776-B990-965AAD45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冯伟城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C5E4E-2624-4578-8CCE-BC72DF6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求职进度与 RabbitMQ 消息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02905-8F70-4420-9051-36EA8E1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628E6-BA0B-4432-9CE9-6E9C295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FEE10-A13E-4CC3-B69A-B5361972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石岩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9392C-6EB8-437F-A785-9F089566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模拟面试与回答反馈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09D11-ACD0-4C09-BB02-F87A639E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908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D047F-E8BC-4758-B48E-4227D8A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9F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BF040-9FB6-4D99-92C9-5AC43D44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86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刘帅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01C33-B7C6-4AEC-86D1-70761799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消息中心、联调测试与部署脚本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BAB22-6A90-4CAB-A17D-1AB0025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0FBBF-297F-4212-BC13-B1126C6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9554D9-2B1D-48AA-A24E-1632AC1A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项目结论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862F3-B105-4263-8548-DF86E00A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功能形成闭环，课程技术进入主链路，系统可以现场运行。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C4979D-707A-4098-A52E-419A7364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github.com/wda131/ai-job-radar-course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5BB4AB-11F9-4E9B-B7D8-B3D87ED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AI 求职雷达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543DA-E709-45B3-82E4-045CCA6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65349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2026-07-15T11:09:08.0490000Z</dcterms:created>
  <dcterms:modified xsi:type="dcterms:W3CDTF">2026-07-15T11:09:08.0490000Z</dcterms:modified>
</coreProperties>
</file>